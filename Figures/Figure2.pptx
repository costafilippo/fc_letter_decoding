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AA03A-414B-86C7-92F9-78D8D22B9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208C207-6D80-FF97-B604-15BC49BB0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9C2E3D-103E-8DEE-A62D-CB033E53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6329-831D-409B-BC19-F9579EE22BE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22C77D-37A2-E560-225C-FE5E56F48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76C984-9C6A-E6E0-60C7-E9F7FD7B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B01C-A790-44A4-ABB7-A4FCD7DDE0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90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4F5E38-8E83-D8CB-F855-FE75B337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679265-A060-3EFD-754B-DC40C7E33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936CF6-2B34-08E6-982D-014588B9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6329-831D-409B-BC19-F9579EE22BE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483E91-1F99-FA89-4E67-86275CBF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9DCA1C-2BC5-AC94-C3AA-D9A9AAA6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B01C-A790-44A4-ABB7-A4FCD7DDE0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2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61BF92-F359-41A9-B8C7-FC6741A7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3BACE81-5F53-7BA3-8D04-98B571DA6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B5D32A-B8EC-9304-8504-AC84585AE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6329-831D-409B-BC19-F9579EE22BE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0EE25B-DD8B-7340-1164-4000C6201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16BDD0-9091-FE3D-1C37-101486862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B01C-A790-44A4-ABB7-A4FCD7DDE0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5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BBBD83-DE1E-BC81-04BF-9BECDB6B9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CF876A-05E1-F2F2-F2F9-7291A2E743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F0A1F1-6AC9-EE68-7A68-7E5A235AB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E60916-5F9C-3FD0-DDD1-634C3EFD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6329-831D-409B-BC19-F9579EE22BE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43978B-5B46-32F1-5E05-EE0AB8D38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C7BD410-0536-0BEC-BFF2-FA2DE3EE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B01C-A790-44A4-ABB7-A4FCD7DDE0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1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543F56-CD69-B613-C6E7-A29ECA1C1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E83E8C5-1B31-9561-03C3-748E7D798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40A81A2-87E7-F9CF-BC89-ECC507638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5211C65-6DC8-73E7-7E74-C35791CBD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8AC6E60-7A0D-C7FA-223D-BEBED3218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EFD3C02-3EE3-4A81-CFC2-5A51D562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6329-831D-409B-BC19-F9579EE22BE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AB2636-2D45-B4FB-43D8-F602C4D6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4C96A8C-888E-44E2-1EA2-F0E93F02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B01C-A790-44A4-ABB7-A4FCD7DDE0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03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173CB6-4CAB-D5DE-69F6-1B410323B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2F29042-56BB-BC51-39A2-EE75BBD3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6329-831D-409B-BC19-F9579EE22BE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2DD0650-80D2-AFA1-8E45-2558F2E4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48CDF38-39F4-0568-1A24-F2543811F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B01C-A790-44A4-ABB7-A4FCD7DDE0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3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AC16A10-1EA3-B0A4-1CC0-132306E2C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6329-831D-409B-BC19-F9579EE22BE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EEF0728-7D57-F2F2-2257-23634E25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A6BBCFB-F27F-142F-DB21-F7620E9F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B01C-A790-44A4-ABB7-A4FCD7DDE0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8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B14EF5-5BDD-A023-B2A2-921AFF17A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CA996D-3530-0D0F-11F0-D88FAAD20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10A8E0A-6AF8-D5BA-0926-2314F8FA1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755EE3F-93FB-0E12-5B2E-6D6DD602D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6329-831D-409B-BC19-F9579EE22BE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44E614E-F8C1-3250-F537-63A2E7324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E8FD5A-FA46-6505-DC78-15704619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B01C-A790-44A4-ABB7-A4FCD7DDE0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7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9FA7EA-0C5E-3F56-8D0E-A398C08B1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83658EE-ED31-5D70-7673-B312342EE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FD52F5D-A313-0BC9-1201-CA9F46BC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902152E-35DC-7ECB-DFDE-CB42C9589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6329-831D-409B-BC19-F9579EE22BE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2092947-88D0-8AA3-DD96-25101A5D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2F3DB30-99E5-15C7-D7BB-0E12A0EA1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B01C-A790-44A4-ABB7-A4FCD7DDE0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3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141195-A1AC-9646-83D9-61023D95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8B4FE74-8BEF-4358-F470-4F9F5BB1B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AA0020-3313-4209-DB12-85178D119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6329-831D-409B-BC19-F9579EE22BE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75F721D-561E-97B6-0DB9-140B2BCB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4A4E7E-9916-12BC-EEC1-50A4CCAF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B01C-A790-44A4-ABB7-A4FCD7DDE0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46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ED71619-B106-B2D7-FE90-FD74C1FBD8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89CFEFB-DDAA-6663-808D-40F5D318D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AF22E1-23DB-9A72-A944-93CB58CC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6329-831D-409B-BC19-F9579EE22BE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B16A63-C2D6-CDDA-9DFA-6974259A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E1C40F-8669-9EA3-8A75-B9E44928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AB01C-A790-44A4-ABB7-A4FCD7DDE0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5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3CD628D-3937-C2AF-EBB6-437CC447D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F760198-358A-78D6-EDC8-27B4A5D6B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251A7A-CC4B-73D3-4633-F240340771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E6329-831D-409B-BC19-F9579EE22BE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1DD57E-8F30-D630-77AD-D855C0811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6B102E1-F923-D73A-36EF-6749C270D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AB01C-A790-44A4-ABB7-A4FCD7DDE03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7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40AFB7FA-EBB3-2434-E3F9-93ED576F1E65}"/>
              </a:ext>
            </a:extLst>
          </p:cNvPr>
          <p:cNvGrpSpPr/>
          <p:nvPr/>
        </p:nvGrpSpPr>
        <p:grpSpPr>
          <a:xfrm>
            <a:off x="450456" y="88738"/>
            <a:ext cx="10017730" cy="6633682"/>
            <a:chOff x="450456" y="88738"/>
            <a:chExt cx="10017730" cy="6633682"/>
          </a:xfrm>
        </p:grpSpPr>
        <p:sp>
          <p:nvSpPr>
            <p:cNvPr id="4" name="TextBox 21">
              <a:extLst>
                <a:ext uri="{FF2B5EF4-FFF2-40B4-BE49-F238E27FC236}">
                  <a16:creationId xmlns:a16="http://schemas.microsoft.com/office/drawing/2014/main" id="{A2F8B6CE-CC73-9DF4-3DF6-7EA996566EE8}"/>
                </a:ext>
              </a:extLst>
            </p:cNvPr>
            <p:cNvSpPr txBox="1"/>
            <p:nvPr/>
          </p:nvSpPr>
          <p:spPr>
            <a:xfrm>
              <a:off x="450456" y="13558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</a:p>
          </p:txBody>
        </p:sp>
        <p:sp>
          <p:nvSpPr>
            <p:cNvPr id="5" name="TextBox 22">
              <a:extLst>
                <a:ext uri="{FF2B5EF4-FFF2-40B4-BE49-F238E27FC236}">
                  <a16:creationId xmlns:a16="http://schemas.microsoft.com/office/drawing/2014/main" id="{E10ECB54-34EC-382B-BA78-5D9098541404}"/>
                </a:ext>
              </a:extLst>
            </p:cNvPr>
            <p:cNvSpPr txBox="1"/>
            <p:nvPr/>
          </p:nvSpPr>
          <p:spPr>
            <a:xfrm>
              <a:off x="450456" y="3483003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B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F3E1D5F-B3C8-301F-C540-83FF9A907972}"/>
                </a:ext>
              </a:extLst>
            </p:cNvPr>
            <p:cNvSpPr txBox="1"/>
            <p:nvPr/>
          </p:nvSpPr>
          <p:spPr>
            <a:xfrm>
              <a:off x="5747828" y="3483002"/>
              <a:ext cx="378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D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0F39915-A438-5D03-FF9E-C74A98753A93}"/>
                </a:ext>
              </a:extLst>
            </p:cNvPr>
            <p:cNvSpPr txBox="1"/>
            <p:nvPr/>
          </p:nvSpPr>
          <p:spPr>
            <a:xfrm>
              <a:off x="5747828" y="135580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B8CAFFDB-A633-E2EC-2296-863DEC371B92}"/>
                </a:ext>
              </a:extLst>
            </p:cNvPr>
            <p:cNvSpPr txBox="1"/>
            <p:nvPr/>
          </p:nvSpPr>
          <p:spPr>
            <a:xfrm>
              <a:off x="1350452" y="454782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F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AXIS</a:t>
              </a:r>
            </a:p>
          </p:txBody>
        </p: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DDF48091-5576-F11D-6B77-CEC475F27ADB}"/>
                </a:ext>
              </a:extLst>
            </p:cNvPr>
            <p:cNvSpPr txBox="1"/>
            <p:nvPr/>
          </p:nvSpPr>
          <p:spPr>
            <a:xfrm>
              <a:off x="3442184" y="457689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L 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AXIS</a:t>
              </a:r>
            </a:p>
          </p:txBody>
        </p:sp>
        <p:pic>
          <p:nvPicPr>
            <p:cNvPr id="37" name="Immagine 36" descr="Immagine che contiene testo, schermata, Carattere, design&#10;&#10;Il contenuto generato dall'IA potrebbe non essere corretto.">
              <a:extLst>
                <a:ext uri="{FF2B5EF4-FFF2-40B4-BE49-F238E27FC236}">
                  <a16:creationId xmlns:a16="http://schemas.microsoft.com/office/drawing/2014/main" id="{A43C7BCB-EC6D-A363-A2F7-9D92ED25F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1"/>
            <a:stretch>
              <a:fillRect/>
            </a:stretch>
          </p:blipFill>
          <p:spPr>
            <a:xfrm>
              <a:off x="1118736" y="3877729"/>
              <a:ext cx="3418843" cy="2606528"/>
            </a:xfrm>
            <a:prstGeom prst="rect">
              <a:avLst/>
            </a:prstGeom>
          </p:spPr>
        </p:pic>
        <p:pic>
          <p:nvPicPr>
            <p:cNvPr id="39" name="Immagine 38" descr="Immagine che contiene testo, schermata, bianco e nero&#10;&#10;Il contenuto generato dall'IA potrebbe non essere corretto.">
              <a:extLst>
                <a:ext uri="{FF2B5EF4-FFF2-40B4-BE49-F238E27FC236}">
                  <a16:creationId xmlns:a16="http://schemas.microsoft.com/office/drawing/2014/main" id="{089B6330-B8E1-FB26-55F3-D01E77DF0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54"/>
            <a:stretch>
              <a:fillRect/>
            </a:stretch>
          </p:blipFill>
          <p:spPr>
            <a:xfrm>
              <a:off x="6858000" y="3814229"/>
              <a:ext cx="3610186" cy="2844805"/>
            </a:xfrm>
            <a:prstGeom prst="rect">
              <a:avLst/>
            </a:prstGeom>
          </p:spPr>
        </p:pic>
        <p:pic>
          <p:nvPicPr>
            <p:cNvPr id="42" name="Immagine 41" descr="Immagine che contiene testo, schermata, bianco e nero&#10;&#10;Il contenuto generato dall'IA potrebbe non essere corretto.">
              <a:extLst>
                <a:ext uri="{FF2B5EF4-FFF2-40B4-BE49-F238E27FC236}">
                  <a16:creationId xmlns:a16="http://schemas.microsoft.com/office/drawing/2014/main" id="{AB4DD9C4-E629-4C79-61B9-53234B744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0221"/>
            <a:stretch>
              <a:fillRect/>
            </a:stretch>
          </p:blipFill>
          <p:spPr>
            <a:xfrm>
              <a:off x="587541" y="3877615"/>
              <a:ext cx="389474" cy="2844805"/>
            </a:xfrm>
            <a:prstGeom prst="rect">
              <a:avLst/>
            </a:prstGeom>
          </p:spPr>
        </p:pic>
        <p:pic>
          <p:nvPicPr>
            <p:cNvPr id="43" name="Immagine 42" descr="Immagine che contiene testo, schermata, bianco e nero&#10;&#10;Il contenuto generato dall'IA potrebbe non essere corretto.">
              <a:extLst>
                <a:ext uri="{FF2B5EF4-FFF2-40B4-BE49-F238E27FC236}">
                  <a16:creationId xmlns:a16="http://schemas.microsoft.com/office/drawing/2014/main" id="{F8839AB6-2E7D-6F0D-B754-CEC062767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0221"/>
            <a:stretch>
              <a:fillRect/>
            </a:stretch>
          </p:blipFill>
          <p:spPr>
            <a:xfrm>
              <a:off x="6299757" y="3758590"/>
              <a:ext cx="389474" cy="2844805"/>
            </a:xfrm>
            <a:prstGeom prst="rect">
              <a:avLst/>
            </a:prstGeom>
          </p:spPr>
        </p:pic>
        <p:cxnSp>
          <p:nvCxnSpPr>
            <p:cNvPr id="33" name="Connettore 2 32">
              <a:extLst>
                <a:ext uri="{FF2B5EF4-FFF2-40B4-BE49-F238E27FC236}">
                  <a16:creationId xmlns:a16="http://schemas.microsoft.com/office/drawing/2014/main" id="{AC3A5A04-85AE-0F0E-2E1E-398CFE09D888}"/>
                </a:ext>
              </a:extLst>
            </p:cNvPr>
            <p:cNvCxnSpPr/>
            <p:nvPr/>
          </p:nvCxnSpPr>
          <p:spPr>
            <a:xfrm flipV="1">
              <a:off x="1683723" y="993359"/>
              <a:ext cx="0" cy="173125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Ovale 43">
              <a:extLst>
                <a:ext uri="{FF2B5EF4-FFF2-40B4-BE49-F238E27FC236}">
                  <a16:creationId xmlns:a16="http://schemas.microsoft.com/office/drawing/2014/main" id="{AFE64CD4-E1C5-32FF-7C6A-5A27BD22DF6C}"/>
                </a:ext>
              </a:extLst>
            </p:cNvPr>
            <p:cNvSpPr/>
            <p:nvPr/>
          </p:nvSpPr>
          <p:spPr>
            <a:xfrm>
              <a:off x="1594951" y="1308053"/>
              <a:ext cx="177543" cy="1669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e 45">
              <a:extLst>
                <a:ext uri="{FF2B5EF4-FFF2-40B4-BE49-F238E27FC236}">
                  <a16:creationId xmlns:a16="http://schemas.microsoft.com/office/drawing/2014/main" id="{9EE2A4A9-B39C-1DE3-EEE7-18CAADA74AD9}"/>
                </a:ext>
              </a:extLst>
            </p:cNvPr>
            <p:cNvSpPr/>
            <p:nvPr/>
          </p:nvSpPr>
          <p:spPr>
            <a:xfrm>
              <a:off x="1594951" y="2378765"/>
              <a:ext cx="177543" cy="1669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9" name="Connettore diritto 48">
              <a:extLst>
                <a:ext uri="{FF2B5EF4-FFF2-40B4-BE49-F238E27FC236}">
                  <a16:creationId xmlns:a16="http://schemas.microsoft.com/office/drawing/2014/main" id="{6AF85441-E978-7ED5-EA9C-8F6A9C989285}"/>
                </a:ext>
              </a:extLst>
            </p:cNvPr>
            <p:cNvCxnSpPr/>
            <p:nvPr/>
          </p:nvCxnSpPr>
          <p:spPr>
            <a:xfrm>
              <a:off x="1598927" y="1908607"/>
              <a:ext cx="17754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D4724CA8-E11E-0FD3-8810-CBCEF7519272}"/>
                </a:ext>
              </a:extLst>
            </p:cNvPr>
            <p:cNvSpPr txBox="1"/>
            <p:nvPr/>
          </p:nvSpPr>
          <p:spPr>
            <a:xfrm>
              <a:off x="1196403" y="85489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7EC182C1-4A4F-6033-D351-7327CC47958A}"/>
                </a:ext>
              </a:extLst>
            </p:cNvPr>
            <p:cNvSpPr txBox="1"/>
            <p:nvPr/>
          </p:nvSpPr>
          <p:spPr>
            <a:xfrm>
              <a:off x="1201997" y="2454302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</a:p>
          </p:txBody>
        </p:sp>
        <p:cxnSp>
          <p:nvCxnSpPr>
            <p:cNvPr id="54" name="Connettore 2 53">
              <a:extLst>
                <a:ext uri="{FF2B5EF4-FFF2-40B4-BE49-F238E27FC236}">
                  <a16:creationId xmlns:a16="http://schemas.microsoft.com/office/drawing/2014/main" id="{4BFE377E-D6B1-A370-EE5D-720577795DC3}"/>
                </a:ext>
              </a:extLst>
            </p:cNvPr>
            <p:cNvCxnSpPr/>
            <p:nvPr/>
          </p:nvCxnSpPr>
          <p:spPr>
            <a:xfrm flipV="1">
              <a:off x="3859233" y="993359"/>
              <a:ext cx="0" cy="173125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Ovale 54">
              <a:extLst>
                <a:ext uri="{FF2B5EF4-FFF2-40B4-BE49-F238E27FC236}">
                  <a16:creationId xmlns:a16="http://schemas.microsoft.com/office/drawing/2014/main" id="{1E437734-DD81-1891-51C0-CDFEF1BB3F0A}"/>
                </a:ext>
              </a:extLst>
            </p:cNvPr>
            <p:cNvSpPr/>
            <p:nvPr/>
          </p:nvSpPr>
          <p:spPr>
            <a:xfrm>
              <a:off x="3770461" y="1311966"/>
              <a:ext cx="177543" cy="1669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e 55">
              <a:extLst>
                <a:ext uri="{FF2B5EF4-FFF2-40B4-BE49-F238E27FC236}">
                  <a16:creationId xmlns:a16="http://schemas.microsoft.com/office/drawing/2014/main" id="{00B2FBD9-01EE-044C-E8C5-CF55B303BEE8}"/>
                </a:ext>
              </a:extLst>
            </p:cNvPr>
            <p:cNvSpPr/>
            <p:nvPr/>
          </p:nvSpPr>
          <p:spPr>
            <a:xfrm>
              <a:off x="3770461" y="2378765"/>
              <a:ext cx="177543" cy="1669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Connettore diritto 56">
              <a:extLst>
                <a:ext uri="{FF2B5EF4-FFF2-40B4-BE49-F238E27FC236}">
                  <a16:creationId xmlns:a16="http://schemas.microsoft.com/office/drawing/2014/main" id="{16B14D18-82ED-5AC1-8E16-3B88F38CBF4E}"/>
                </a:ext>
              </a:extLst>
            </p:cNvPr>
            <p:cNvCxnSpPr/>
            <p:nvPr/>
          </p:nvCxnSpPr>
          <p:spPr>
            <a:xfrm>
              <a:off x="3774437" y="1908607"/>
              <a:ext cx="17754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CasellaDiTesto 57">
              <a:extLst>
                <a:ext uri="{FF2B5EF4-FFF2-40B4-BE49-F238E27FC236}">
                  <a16:creationId xmlns:a16="http://schemas.microsoft.com/office/drawing/2014/main" id="{3B846A6B-83D4-F5E0-4A26-37D579615696}"/>
                </a:ext>
              </a:extLst>
            </p:cNvPr>
            <p:cNvSpPr txBox="1"/>
            <p:nvPr/>
          </p:nvSpPr>
          <p:spPr>
            <a:xfrm>
              <a:off x="3371913" y="85489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59" name="CasellaDiTesto 58">
              <a:extLst>
                <a:ext uri="{FF2B5EF4-FFF2-40B4-BE49-F238E27FC236}">
                  <a16:creationId xmlns:a16="http://schemas.microsoft.com/office/drawing/2014/main" id="{7DC8478F-E378-4CD4-85C4-0939E1037AA0}"/>
                </a:ext>
              </a:extLst>
            </p:cNvPr>
            <p:cNvSpPr txBox="1"/>
            <p:nvPr/>
          </p:nvSpPr>
          <p:spPr>
            <a:xfrm>
              <a:off x="3377507" y="2454302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42761C37-CFFB-28AC-A8FA-D4EE4DBA5CD7}"/>
                </a:ext>
              </a:extLst>
            </p:cNvPr>
            <p:cNvSpPr txBox="1"/>
            <p:nvPr/>
          </p:nvSpPr>
          <p:spPr>
            <a:xfrm>
              <a:off x="1895432" y="1224224"/>
              <a:ext cx="6174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FTVR</a:t>
              </a:r>
            </a:p>
          </p:txBody>
        </p:sp>
        <p:sp>
          <p:nvSpPr>
            <p:cNvPr id="61" name="CasellaDiTesto 60">
              <a:extLst>
                <a:ext uri="{FF2B5EF4-FFF2-40B4-BE49-F238E27FC236}">
                  <a16:creationId xmlns:a16="http://schemas.microsoft.com/office/drawing/2014/main" id="{3EB394A1-562A-89F6-64A5-62FB8C354059}"/>
                </a:ext>
              </a:extLst>
            </p:cNvPr>
            <p:cNvSpPr txBox="1"/>
            <p:nvPr/>
          </p:nvSpPr>
          <p:spPr>
            <a:xfrm>
              <a:off x="4133398" y="2277587"/>
              <a:ext cx="6174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FTVR</a:t>
              </a:r>
            </a:p>
          </p:txBody>
        </p:sp>
        <p:sp>
          <p:nvSpPr>
            <p:cNvPr id="62" name="CasellaDiTesto 61">
              <a:extLst>
                <a:ext uri="{FF2B5EF4-FFF2-40B4-BE49-F238E27FC236}">
                  <a16:creationId xmlns:a16="http://schemas.microsoft.com/office/drawing/2014/main" id="{F7963925-A522-EBBA-C6D1-DE2082112F22}"/>
                </a:ext>
              </a:extLst>
            </p:cNvPr>
            <p:cNvSpPr txBox="1"/>
            <p:nvPr/>
          </p:nvSpPr>
          <p:spPr>
            <a:xfrm>
              <a:off x="4131428" y="1222264"/>
              <a:ext cx="6190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ZLRN</a:t>
              </a:r>
            </a:p>
          </p:txBody>
        </p:sp>
        <p:sp>
          <p:nvSpPr>
            <p:cNvPr id="63" name="CasellaDiTesto 62">
              <a:extLst>
                <a:ext uri="{FF2B5EF4-FFF2-40B4-BE49-F238E27FC236}">
                  <a16:creationId xmlns:a16="http://schemas.microsoft.com/office/drawing/2014/main" id="{C203117A-20E6-EAB1-224D-E8097B889DA4}"/>
                </a:ext>
              </a:extLst>
            </p:cNvPr>
            <p:cNvSpPr txBox="1"/>
            <p:nvPr/>
          </p:nvSpPr>
          <p:spPr>
            <a:xfrm>
              <a:off x="1895432" y="2275898"/>
              <a:ext cx="6190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ZLRN</a:t>
              </a:r>
            </a:p>
          </p:txBody>
        </p:sp>
        <p:pic>
          <p:nvPicPr>
            <p:cNvPr id="3" name="Immagine 2" descr="Immagine che contiene schermata, diagramma, Carattere, design&#10;&#10;Il contenuto generato dall'IA potrebbe non essere corretto.">
              <a:extLst>
                <a:ext uri="{FF2B5EF4-FFF2-40B4-BE49-F238E27FC236}">
                  <a16:creationId xmlns:a16="http://schemas.microsoft.com/office/drawing/2014/main" id="{79BBF6D9-D199-6426-915E-D36463833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2113" y="88738"/>
              <a:ext cx="3827201" cy="32804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5710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4B4A4-8CE4-BC41-48B4-708EEF7E8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7BCB940A-4116-2A04-CE48-191FF5DB0ECA}"/>
              </a:ext>
            </a:extLst>
          </p:cNvPr>
          <p:cNvGrpSpPr/>
          <p:nvPr/>
        </p:nvGrpSpPr>
        <p:grpSpPr>
          <a:xfrm>
            <a:off x="289683" y="135490"/>
            <a:ext cx="11523712" cy="6587019"/>
            <a:chOff x="289683" y="135490"/>
            <a:chExt cx="11523712" cy="6587019"/>
          </a:xfrm>
        </p:grpSpPr>
        <p:sp>
          <p:nvSpPr>
            <p:cNvPr id="4" name="TextBox 21">
              <a:extLst>
                <a:ext uri="{FF2B5EF4-FFF2-40B4-BE49-F238E27FC236}">
                  <a16:creationId xmlns:a16="http://schemas.microsoft.com/office/drawing/2014/main" id="{34F6909E-EDC4-191D-3CAE-C9B5B918EDF0}"/>
                </a:ext>
              </a:extLst>
            </p:cNvPr>
            <p:cNvSpPr txBox="1"/>
            <p:nvPr/>
          </p:nvSpPr>
          <p:spPr>
            <a:xfrm>
              <a:off x="289683" y="13558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</a:p>
          </p:txBody>
        </p:sp>
        <p:sp>
          <p:nvSpPr>
            <p:cNvPr id="5" name="TextBox 22">
              <a:extLst>
                <a:ext uri="{FF2B5EF4-FFF2-40B4-BE49-F238E27FC236}">
                  <a16:creationId xmlns:a16="http://schemas.microsoft.com/office/drawing/2014/main" id="{23546E3F-4675-BA4B-C010-9B4A235F9370}"/>
                </a:ext>
              </a:extLst>
            </p:cNvPr>
            <p:cNvSpPr txBox="1"/>
            <p:nvPr/>
          </p:nvSpPr>
          <p:spPr>
            <a:xfrm>
              <a:off x="1545725" y="3483092"/>
              <a:ext cx="378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D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D18F3EB-5866-F2D5-7069-274DE8B272CB}"/>
                </a:ext>
              </a:extLst>
            </p:cNvPr>
            <p:cNvSpPr txBox="1"/>
            <p:nvPr/>
          </p:nvSpPr>
          <p:spPr>
            <a:xfrm>
              <a:off x="6310536" y="3483002"/>
              <a:ext cx="335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E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37A6729-730B-F189-FE64-39FEC2CF358F}"/>
                </a:ext>
              </a:extLst>
            </p:cNvPr>
            <p:cNvSpPr txBox="1"/>
            <p:nvPr/>
          </p:nvSpPr>
          <p:spPr>
            <a:xfrm>
              <a:off x="4530407" y="135491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B</a:t>
              </a:r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901DB0F4-03F3-AC93-F30B-5DF07D54579C}"/>
                </a:ext>
              </a:extLst>
            </p:cNvPr>
            <p:cNvSpPr txBox="1"/>
            <p:nvPr/>
          </p:nvSpPr>
          <p:spPr>
            <a:xfrm>
              <a:off x="908327" y="454782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F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AXIS</a:t>
              </a:r>
            </a:p>
          </p:txBody>
        </p: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9695D88A-5065-F387-717A-8046F0DE4F68}"/>
                </a:ext>
              </a:extLst>
            </p:cNvPr>
            <p:cNvSpPr txBox="1"/>
            <p:nvPr/>
          </p:nvSpPr>
          <p:spPr>
            <a:xfrm>
              <a:off x="2537838" y="457689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L 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AXIS</a:t>
              </a:r>
            </a:p>
          </p:txBody>
        </p:sp>
        <p:pic>
          <p:nvPicPr>
            <p:cNvPr id="37" name="Immagine 36" descr="Immagine che contiene testo, schermata, Carattere, design&#10;&#10;Il contenuto generato dall'IA potrebbe non essere corretto.">
              <a:extLst>
                <a:ext uri="{FF2B5EF4-FFF2-40B4-BE49-F238E27FC236}">
                  <a16:creationId xmlns:a16="http://schemas.microsoft.com/office/drawing/2014/main" id="{914CD91B-28AA-A161-E82D-51B611409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1"/>
            <a:stretch>
              <a:fillRect/>
            </a:stretch>
          </p:blipFill>
          <p:spPr>
            <a:xfrm>
              <a:off x="2214005" y="3877818"/>
              <a:ext cx="3418843" cy="2606528"/>
            </a:xfrm>
            <a:prstGeom prst="rect">
              <a:avLst/>
            </a:prstGeom>
          </p:spPr>
        </p:pic>
        <p:pic>
          <p:nvPicPr>
            <p:cNvPr id="39" name="Immagine 38" descr="Immagine che contiene testo, schermata, bianco e nero&#10;&#10;Il contenuto generato dall'IA potrebbe non essere corretto.">
              <a:extLst>
                <a:ext uri="{FF2B5EF4-FFF2-40B4-BE49-F238E27FC236}">
                  <a16:creationId xmlns:a16="http://schemas.microsoft.com/office/drawing/2014/main" id="{1FB5B024-1399-F8F8-2E61-B2207E07D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54"/>
            <a:stretch>
              <a:fillRect/>
            </a:stretch>
          </p:blipFill>
          <p:spPr>
            <a:xfrm>
              <a:off x="7300128" y="3814229"/>
              <a:ext cx="3610186" cy="2844805"/>
            </a:xfrm>
            <a:prstGeom prst="rect">
              <a:avLst/>
            </a:prstGeom>
          </p:spPr>
        </p:pic>
        <p:pic>
          <p:nvPicPr>
            <p:cNvPr id="42" name="Immagine 41" descr="Immagine che contiene testo, schermata, bianco e nero&#10;&#10;Il contenuto generato dall'IA potrebbe non essere corretto.">
              <a:extLst>
                <a:ext uri="{FF2B5EF4-FFF2-40B4-BE49-F238E27FC236}">
                  <a16:creationId xmlns:a16="http://schemas.microsoft.com/office/drawing/2014/main" id="{7B9FFFDF-8BC0-BC39-4CC1-CED5EAD0A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0221"/>
            <a:stretch>
              <a:fillRect/>
            </a:stretch>
          </p:blipFill>
          <p:spPr>
            <a:xfrm>
              <a:off x="1682810" y="3877704"/>
              <a:ext cx="389474" cy="2844805"/>
            </a:xfrm>
            <a:prstGeom prst="rect">
              <a:avLst/>
            </a:prstGeom>
          </p:spPr>
        </p:pic>
        <p:pic>
          <p:nvPicPr>
            <p:cNvPr id="43" name="Immagine 42" descr="Immagine che contiene testo, schermata, bianco e nero&#10;&#10;Il contenuto generato dall'IA potrebbe non essere corretto.">
              <a:extLst>
                <a:ext uri="{FF2B5EF4-FFF2-40B4-BE49-F238E27FC236}">
                  <a16:creationId xmlns:a16="http://schemas.microsoft.com/office/drawing/2014/main" id="{FC900FB2-2E19-1E9B-04EE-EDFFBC73A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0221"/>
            <a:stretch>
              <a:fillRect/>
            </a:stretch>
          </p:blipFill>
          <p:spPr>
            <a:xfrm>
              <a:off x="6741885" y="3758590"/>
              <a:ext cx="389474" cy="2844805"/>
            </a:xfrm>
            <a:prstGeom prst="rect">
              <a:avLst/>
            </a:prstGeom>
          </p:spPr>
        </p:pic>
        <p:cxnSp>
          <p:nvCxnSpPr>
            <p:cNvPr id="33" name="Connettore 2 32">
              <a:extLst>
                <a:ext uri="{FF2B5EF4-FFF2-40B4-BE49-F238E27FC236}">
                  <a16:creationId xmlns:a16="http://schemas.microsoft.com/office/drawing/2014/main" id="{1083F531-F266-281D-54C2-525FF6648683}"/>
                </a:ext>
              </a:extLst>
            </p:cNvPr>
            <p:cNvCxnSpPr/>
            <p:nvPr/>
          </p:nvCxnSpPr>
          <p:spPr>
            <a:xfrm flipV="1">
              <a:off x="1241598" y="993359"/>
              <a:ext cx="0" cy="173125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Ovale 43">
              <a:extLst>
                <a:ext uri="{FF2B5EF4-FFF2-40B4-BE49-F238E27FC236}">
                  <a16:creationId xmlns:a16="http://schemas.microsoft.com/office/drawing/2014/main" id="{6D75417F-6418-B305-6E61-FDCF507A4647}"/>
                </a:ext>
              </a:extLst>
            </p:cNvPr>
            <p:cNvSpPr/>
            <p:nvPr/>
          </p:nvSpPr>
          <p:spPr>
            <a:xfrm>
              <a:off x="1152826" y="1308053"/>
              <a:ext cx="177543" cy="1669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e 45">
              <a:extLst>
                <a:ext uri="{FF2B5EF4-FFF2-40B4-BE49-F238E27FC236}">
                  <a16:creationId xmlns:a16="http://schemas.microsoft.com/office/drawing/2014/main" id="{7D75ED23-7F0B-636F-FDEF-C458BF6102CA}"/>
                </a:ext>
              </a:extLst>
            </p:cNvPr>
            <p:cNvSpPr/>
            <p:nvPr/>
          </p:nvSpPr>
          <p:spPr>
            <a:xfrm>
              <a:off x="1152826" y="2378765"/>
              <a:ext cx="177543" cy="1669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9" name="Connettore diritto 48">
              <a:extLst>
                <a:ext uri="{FF2B5EF4-FFF2-40B4-BE49-F238E27FC236}">
                  <a16:creationId xmlns:a16="http://schemas.microsoft.com/office/drawing/2014/main" id="{24C62D84-FE70-8551-5F11-8E0D2B86AEB4}"/>
                </a:ext>
              </a:extLst>
            </p:cNvPr>
            <p:cNvCxnSpPr/>
            <p:nvPr/>
          </p:nvCxnSpPr>
          <p:spPr>
            <a:xfrm>
              <a:off x="1156802" y="1908607"/>
              <a:ext cx="17754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3573A9C1-8E38-4DDA-34E3-03F08B54A105}"/>
                </a:ext>
              </a:extLst>
            </p:cNvPr>
            <p:cNvSpPr txBox="1"/>
            <p:nvPr/>
          </p:nvSpPr>
          <p:spPr>
            <a:xfrm>
              <a:off x="754278" y="85489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838D3065-3EDB-3AC5-4A9F-56A2DFB5AF72}"/>
                </a:ext>
              </a:extLst>
            </p:cNvPr>
            <p:cNvSpPr txBox="1"/>
            <p:nvPr/>
          </p:nvSpPr>
          <p:spPr>
            <a:xfrm>
              <a:off x="759872" y="2454302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</a:p>
          </p:txBody>
        </p:sp>
        <p:cxnSp>
          <p:nvCxnSpPr>
            <p:cNvPr id="54" name="Connettore 2 53">
              <a:extLst>
                <a:ext uri="{FF2B5EF4-FFF2-40B4-BE49-F238E27FC236}">
                  <a16:creationId xmlns:a16="http://schemas.microsoft.com/office/drawing/2014/main" id="{E8FDDA1E-9CAD-5DBD-FADB-E089C6F32834}"/>
                </a:ext>
              </a:extLst>
            </p:cNvPr>
            <p:cNvCxnSpPr/>
            <p:nvPr/>
          </p:nvCxnSpPr>
          <p:spPr>
            <a:xfrm flipV="1">
              <a:off x="2954887" y="993359"/>
              <a:ext cx="0" cy="173125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Ovale 54">
              <a:extLst>
                <a:ext uri="{FF2B5EF4-FFF2-40B4-BE49-F238E27FC236}">
                  <a16:creationId xmlns:a16="http://schemas.microsoft.com/office/drawing/2014/main" id="{62109FD2-67E4-EC27-4E7F-2BB34DCB953D}"/>
                </a:ext>
              </a:extLst>
            </p:cNvPr>
            <p:cNvSpPr/>
            <p:nvPr/>
          </p:nvSpPr>
          <p:spPr>
            <a:xfrm>
              <a:off x="2866115" y="1311966"/>
              <a:ext cx="177543" cy="1669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e 55">
              <a:extLst>
                <a:ext uri="{FF2B5EF4-FFF2-40B4-BE49-F238E27FC236}">
                  <a16:creationId xmlns:a16="http://schemas.microsoft.com/office/drawing/2014/main" id="{0550E024-3494-CC4C-1EA3-33ECF3833982}"/>
                </a:ext>
              </a:extLst>
            </p:cNvPr>
            <p:cNvSpPr/>
            <p:nvPr/>
          </p:nvSpPr>
          <p:spPr>
            <a:xfrm>
              <a:off x="2866115" y="2378765"/>
              <a:ext cx="177543" cy="1669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Connettore diritto 56">
              <a:extLst>
                <a:ext uri="{FF2B5EF4-FFF2-40B4-BE49-F238E27FC236}">
                  <a16:creationId xmlns:a16="http://schemas.microsoft.com/office/drawing/2014/main" id="{1778F5F1-976E-1A25-3FA9-2F5226363D66}"/>
                </a:ext>
              </a:extLst>
            </p:cNvPr>
            <p:cNvCxnSpPr/>
            <p:nvPr/>
          </p:nvCxnSpPr>
          <p:spPr>
            <a:xfrm>
              <a:off x="2870091" y="1908607"/>
              <a:ext cx="17754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CasellaDiTesto 57">
              <a:extLst>
                <a:ext uri="{FF2B5EF4-FFF2-40B4-BE49-F238E27FC236}">
                  <a16:creationId xmlns:a16="http://schemas.microsoft.com/office/drawing/2014/main" id="{CB89D250-5F83-D336-6758-F5208457754E}"/>
                </a:ext>
              </a:extLst>
            </p:cNvPr>
            <p:cNvSpPr txBox="1"/>
            <p:nvPr/>
          </p:nvSpPr>
          <p:spPr>
            <a:xfrm>
              <a:off x="2467567" y="85489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59" name="CasellaDiTesto 58">
              <a:extLst>
                <a:ext uri="{FF2B5EF4-FFF2-40B4-BE49-F238E27FC236}">
                  <a16:creationId xmlns:a16="http://schemas.microsoft.com/office/drawing/2014/main" id="{CB87DBED-ABE7-D469-E1A2-ABFDCBBC495E}"/>
                </a:ext>
              </a:extLst>
            </p:cNvPr>
            <p:cNvSpPr txBox="1"/>
            <p:nvPr/>
          </p:nvSpPr>
          <p:spPr>
            <a:xfrm>
              <a:off x="2473161" y="2454302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A9E93BFA-3D03-C64B-4D1F-3792D7EC3394}"/>
                </a:ext>
              </a:extLst>
            </p:cNvPr>
            <p:cNvSpPr txBox="1"/>
            <p:nvPr/>
          </p:nvSpPr>
          <p:spPr>
            <a:xfrm>
              <a:off x="1453307" y="1224224"/>
              <a:ext cx="6174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FTVR</a:t>
              </a:r>
            </a:p>
          </p:txBody>
        </p:sp>
        <p:sp>
          <p:nvSpPr>
            <p:cNvPr id="61" name="CasellaDiTesto 60">
              <a:extLst>
                <a:ext uri="{FF2B5EF4-FFF2-40B4-BE49-F238E27FC236}">
                  <a16:creationId xmlns:a16="http://schemas.microsoft.com/office/drawing/2014/main" id="{874E8AEE-DE5A-53DB-E46A-FFD38BABE855}"/>
                </a:ext>
              </a:extLst>
            </p:cNvPr>
            <p:cNvSpPr txBox="1"/>
            <p:nvPr/>
          </p:nvSpPr>
          <p:spPr>
            <a:xfrm>
              <a:off x="3229052" y="2277587"/>
              <a:ext cx="6174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FTVR</a:t>
              </a:r>
            </a:p>
          </p:txBody>
        </p:sp>
        <p:sp>
          <p:nvSpPr>
            <p:cNvPr id="62" name="CasellaDiTesto 61">
              <a:extLst>
                <a:ext uri="{FF2B5EF4-FFF2-40B4-BE49-F238E27FC236}">
                  <a16:creationId xmlns:a16="http://schemas.microsoft.com/office/drawing/2014/main" id="{CF9AACCD-0AAC-29D1-3E9D-95F100E73036}"/>
                </a:ext>
              </a:extLst>
            </p:cNvPr>
            <p:cNvSpPr txBox="1"/>
            <p:nvPr/>
          </p:nvSpPr>
          <p:spPr>
            <a:xfrm>
              <a:off x="3227082" y="1222264"/>
              <a:ext cx="6190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ZLRN</a:t>
              </a:r>
            </a:p>
          </p:txBody>
        </p:sp>
        <p:sp>
          <p:nvSpPr>
            <p:cNvPr id="63" name="CasellaDiTesto 62">
              <a:extLst>
                <a:ext uri="{FF2B5EF4-FFF2-40B4-BE49-F238E27FC236}">
                  <a16:creationId xmlns:a16="http://schemas.microsoft.com/office/drawing/2014/main" id="{3F0436EB-A10B-9523-3493-D8DBC852BE1B}"/>
                </a:ext>
              </a:extLst>
            </p:cNvPr>
            <p:cNvSpPr txBox="1"/>
            <p:nvPr/>
          </p:nvSpPr>
          <p:spPr>
            <a:xfrm>
              <a:off x="1453307" y="2275898"/>
              <a:ext cx="6190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ZLRN</a:t>
              </a:r>
            </a:p>
          </p:txBody>
        </p:sp>
        <p:pic>
          <p:nvPicPr>
            <p:cNvPr id="9" name="Elemento grafico 8">
              <a:extLst>
                <a:ext uri="{FF2B5EF4-FFF2-40B4-BE49-F238E27FC236}">
                  <a16:creationId xmlns:a16="http://schemas.microsoft.com/office/drawing/2014/main" id="{5E88BE09-CC40-F559-F61D-9B208551E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51728"/>
            <a:stretch>
              <a:fillRect/>
            </a:stretch>
          </p:blipFill>
          <p:spPr>
            <a:xfrm>
              <a:off x="4363421" y="374258"/>
              <a:ext cx="3554267" cy="2629619"/>
            </a:xfrm>
            <a:prstGeom prst="rect">
              <a:avLst/>
            </a:prstGeom>
          </p:spPr>
        </p:pic>
        <p:pic>
          <p:nvPicPr>
            <p:cNvPr id="10" name="Elemento grafico 9">
              <a:extLst>
                <a:ext uri="{FF2B5EF4-FFF2-40B4-BE49-F238E27FC236}">
                  <a16:creationId xmlns:a16="http://schemas.microsoft.com/office/drawing/2014/main" id="{A4E62921-88DB-305E-002B-A64183361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48772" r="7632"/>
            <a:stretch>
              <a:fillRect/>
            </a:stretch>
          </p:blipFill>
          <p:spPr>
            <a:xfrm>
              <a:off x="8545018" y="366324"/>
              <a:ext cx="3268377" cy="2677447"/>
            </a:xfrm>
            <a:prstGeom prst="rect">
              <a:avLst/>
            </a:prstGeom>
          </p:spPr>
        </p:pic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78FD919-DFCE-7078-26DC-F30A17B20159}"/>
                </a:ext>
              </a:extLst>
            </p:cNvPr>
            <p:cNvSpPr txBox="1"/>
            <p:nvPr/>
          </p:nvSpPr>
          <p:spPr>
            <a:xfrm>
              <a:off x="8024029" y="135490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04364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Filippo Costa</dc:creator>
  <cp:lastModifiedBy>Filippo Costa</cp:lastModifiedBy>
  <cp:revision>5</cp:revision>
  <dcterms:created xsi:type="dcterms:W3CDTF">2026-01-24T15:55:35Z</dcterms:created>
  <dcterms:modified xsi:type="dcterms:W3CDTF">2026-03-01T16:38:21Z</dcterms:modified>
</cp:coreProperties>
</file>