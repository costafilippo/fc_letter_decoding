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5" d="100"/>
          <a:sy n="95" d="100"/>
        </p:scale>
        <p:origin x="4884" y="1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6AA03A-414B-86C7-92F9-78D8D22B93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208C207-6D80-FF97-B604-15BC49BB06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59C2E3D-103E-8DEE-A62D-CB033E532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C22C77D-37A2-E560-225C-FE5E56F48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476C984-9C6A-E6E0-60C7-E9F7FD7B1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690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4F5E38-8E83-D8CB-F855-FE75B337D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B679265-A060-3EFD-754B-DC40C7E33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A936CF6-2B34-08E6-982D-014588B9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F483E91-1F99-FA89-4E67-86275CBFD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9DCA1C-2BC5-AC94-C3AA-D9A9AAA6A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529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61BF92-F359-41A9-B8C7-FC6741A7D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3BACE81-5F53-7BA3-8D04-98B571DA6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B5D32A-B8EC-9304-8504-AC84585AE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0EE25B-DD8B-7340-1164-4000C6201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816BDD0-9091-FE3D-1C37-101486862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59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BBBD83-DE1E-BC81-04BF-9BECDB6B9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CCF876A-05E1-F2F2-F2F9-7291A2E743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1F0A1F1-6AC9-EE68-7A68-7E5A235AB2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8E60916-5F9C-3FD0-DDD1-634C3EFD2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D43978B-5B46-32F1-5E05-EE0AB8D38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C7BD410-0536-0BEC-BFF2-FA2DE3EE3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10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543F56-CD69-B613-C6E7-A29ECA1C1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E83E8C5-1B31-9561-03C3-748E7D7985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40A81A2-87E7-F9CF-BC89-ECC507638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5211C65-6DC8-73E7-7E74-C35791CBD6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8AC6E60-7A0D-C7FA-223D-BEBED32181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EFD3C02-3EE3-4A81-CFC2-5A51D562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8AB2636-2D45-B4FB-43D8-F602C4D66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D4C96A8C-888E-44E2-1EA2-F0E93F026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503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173CB6-4CAB-D5DE-69F6-1B410323B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2F29042-56BB-BC51-39A2-EE75BBD3B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12DD0650-80D2-AFA1-8E45-2558F2E4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48CDF38-39F4-0568-1A24-F2543811F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33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FAC16A10-1EA3-B0A4-1CC0-132306E2C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EEF0728-7D57-F2F2-2257-23634E25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A6BBCFB-F27F-142F-DB21-F7620E9FD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487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B14EF5-5BDD-A023-B2A2-921AFF17A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ECA996D-3530-0D0F-11F0-D88FAAD20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10A8E0A-6AF8-D5BA-0926-2314F8FA14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755EE3F-93FB-0E12-5B2E-6D6DD602D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44E614E-F8C1-3250-F537-63A2E7324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3E8FD5A-FA46-6505-DC78-157046197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875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9FA7EA-0C5E-3F56-8D0E-A398C08B1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83658EE-ED31-5D70-7673-B312342EE8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FD52F5D-A313-0BC9-1201-CA9F46BC5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902152E-35DC-7ECB-DFDE-CB42C9589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2092947-88D0-8AA3-DD96-25101A5D8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2F3DB30-99E5-15C7-D7BB-0E12A0EA1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333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141195-A1AC-9646-83D9-61023D958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8B4FE74-8BEF-4358-F470-4F9F5BB1B2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1AA0020-3313-4209-DB12-85178D119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75F721D-561E-97B6-0DB9-140B2BCBC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74A4E7E-9916-12BC-EEC1-50A4CCAF4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44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5ED71619-B106-B2D7-FE90-FD74C1FBD8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89CFEFB-DDAA-6663-808D-40F5D318D9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6AF22E1-23DB-9A72-A944-93CB58CCD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AB16A63-C2D6-CDDA-9DFA-6974259AB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2E1C40F-8669-9EA3-8A75-B9E449282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952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C3CD628D-3937-C2AF-EBB6-437CC447D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F760198-358A-78D6-EDC8-27B4A5D6BF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A251A7A-CC4B-73D3-4633-F240340771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6E6329-831D-409B-BC19-F9579EE22BE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61DD57E-8F30-D630-77AD-D855C0811B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6B102E1-F923-D73A-36EF-6749C270D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AB01C-A790-44A4-ABB7-A4FCD7DDE032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870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1">
            <a:extLst>
              <a:ext uri="{FF2B5EF4-FFF2-40B4-BE49-F238E27FC236}">
                <a16:creationId xmlns:a16="http://schemas.microsoft.com/office/drawing/2014/main" id="{A2F8B6CE-CC73-9DF4-3DF6-7EA996566EE8}"/>
              </a:ext>
            </a:extLst>
          </p:cNvPr>
          <p:cNvSpPr txBox="1"/>
          <p:nvPr/>
        </p:nvSpPr>
        <p:spPr>
          <a:xfrm>
            <a:off x="450456" y="135580"/>
            <a:ext cx="370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E10ECB54-34EC-382B-BA78-5D9098541404}"/>
              </a:ext>
            </a:extLst>
          </p:cNvPr>
          <p:cNvSpPr txBox="1"/>
          <p:nvPr/>
        </p:nvSpPr>
        <p:spPr>
          <a:xfrm>
            <a:off x="450456" y="3483003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cs typeface="Calibri" panose="020F0502020204030204" pitchFamily="34" charset="0"/>
              </a:rPr>
              <a:t>B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F3E1D5F-B3C8-301F-C540-83FF9A907972}"/>
              </a:ext>
            </a:extLst>
          </p:cNvPr>
          <p:cNvSpPr txBox="1"/>
          <p:nvPr/>
        </p:nvSpPr>
        <p:spPr>
          <a:xfrm>
            <a:off x="5747828" y="3483002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0F39915-A438-5D03-FF9E-C74A98753A93}"/>
              </a:ext>
            </a:extLst>
          </p:cNvPr>
          <p:cNvSpPr txBox="1"/>
          <p:nvPr/>
        </p:nvSpPr>
        <p:spPr>
          <a:xfrm>
            <a:off x="5747828" y="135580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B8CAFFDB-A633-E2EC-2296-863DEC371B92}"/>
              </a:ext>
            </a:extLst>
          </p:cNvPr>
          <p:cNvSpPr txBox="1"/>
          <p:nvPr/>
        </p:nvSpPr>
        <p:spPr>
          <a:xfrm>
            <a:off x="1350452" y="454782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 AXIS</a:t>
            </a:r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DDF48091-5576-F11D-6B77-CEC475F27ADB}"/>
              </a:ext>
            </a:extLst>
          </p:cNvPr>
          <p:cNvSpPr txBox="1"/>
          <p:nvPr/>
        </p:nvSpPr>
        <p:spPr>
          <a:xfrm>
            <a:off x="3442184" y="457689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cs typeface="Calibri" panose="020F0502020204030204" pitchFamily="34" charset="0"/>
              </a:rPr>
              <a:t>L 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AXIS</a:t>
            </a:r>
          </a:p>
        </p:txBody>
      </p:sp>
      <p:pic>
        <p:nvPicPr>
          <p:cNvPr id="37" name="Immagine 36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A43C7BCB-EC6D-A363-A2F7-9D92ED25F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1"/>
          <a:stretch>
            <a:fillRect/>
          </a:stretch>
        </p:blipFill>
        <p:spPr>
          <a:xfrm>
            <a:off x="1118736" y="3877729"/>
            <a:ext cx="3418843" cy="2606528"/>
          </a:xfrm>
          <a:prstGeom prst="rect">
            <a:avLst/>
          </a:prstGeom>
        </p:spPr>
      </p:pic>
      <p:pic>
        <p:nvPicPr>
          <p:cNvPr id="39" name="Immagine 38" descr="Immagine che contiene testo, schermata, bianco e nero&#10;&#10;Il contenuto generato dall'IA potrebbe non essere corretto.">
            <a:extLst>
              <a:ext uri="{FF2B5EF4-FFF2-40B4-BE49-F238E27FC236}">
                <a16:creationId xmlns:a16="http://schemas.microsoft.com/office/drawing/2014/main" id="{089B6330-B8E1-FB26-55F3-D01E77DF0D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54"/>
          <a:stretch>
            <a:fillRect/>
          </a:stretch>
        </p:blipFill>
        <p:spPr>
          <a:xfrm>
            <a:off x="6858000" y="3814229"/>
            <a:ext cx="3610186" cy="2844805"/>
          </a:xfrm>
          <a:prstGeom prst="rect">
            <a:avLst/>
          </a:prstGeom>
        </p:spPr>
      </p:pic>
      <p:pic>
        <p:nvPicPr>
          <p:cNvPr id="41" name="Immagine 40" descr="Immagine che contiene schermata, Rettangolo, testo, linea&#10;&#10;Il contenuto generato dall'IA potrebbe non essere corretto.">
            <a:extLst>
              <a:ext uri="{FF2B5EF4-FFF2-40B4-BE49-F238E27FC236}">
                <a16:creationId xmlns:a16="http://schemas.microsoft.com/office/drawing/2014/main" id="{846EC3A3-FA69-B921-C4CD-6C2DA9C703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708" y="454782"/>
            <a:ext cx="4378337" cy="2501907"/>
          </a:xfrm>
          <a:prstGeom prst="rect">
            <a:avLst/>
          </a:prstGeom>
        </p:spPr>
      </p:pic>
      <p:pic>
        <p:nvPicPr>
          <p:cNvPr id="42" name="Immagine 41" descr="Immagine che contiene testo, schermata, bianco e nero&#10;&#10;Il contenuto generato dall'IA potrebbe non essere corretto.">
            <a:extLst>
              <a:ext uri="{FF2B5EF4-FFF2-40B4-BE49-F238E27FC236}">
                <a16:creationId xmlns:a16="http://schemas.microsoft.com/office/drawing/2014/main" id="{AB4DD9C4-E629-4C79-61B9-53234B744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0221"/>
          <a:stretch>
            <a:fillRect/>
          </a:stretch>
        </p:blipFill>
        <p:spPr>
          <a:xfrm>
            <a:off x="587541" y="3877615"/>
            <a:ext cx="389474" cy="2844805"/>
          </a:xfrm>
          <a:prstGeom prst="rect">
            <a:avLst/>
          </a:prstGeom>
        </p:spPr>
      </p:pic>
      <p:pic>
        <p:nvPicPr>
          <p:cNvPr id="43" name="Immagine 42" descr="Immagine che contiene testo, schermata, bianco e nero&#10;&#10;Il contenuto generato dall'IA potrebbe non essere corretto.">
            <a:extLst>
              <a:ext uri="{FF2B5EF4-FFF2-40B4-BE49-F238E27FC236}">
                <a16:creationId xmlns:a16="http://schemas.microsoft.com/office/drawing/2014/main" id="{F8839AB6-2E7D-6F0D-B754-CEC062767C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0221"/>
          <a:stretch>
            <a:fillRect/>
          </a:stretch>
        </p:blipFill>
        <p:spPr>
          <a:xfrm>
            <a:off x="6299757" y="3758590"/>
            <a:ext cx="389474" cy="2844805"/>
          </a:xfrm>
          <a:prstGeom prst="rect">
            <a:avLst/>
          </a:prstGeom>
        </p:spPr>
      </p:pic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AC3A5A04-85AE-0F0E-2E1E-398CFE09D888}"/>
              </a:ext>
            </a:extLst>
          </p:cNvPr>
          <p:cNvCxnSpPr/>
          <p:nvPr/>
        </p:nvCxnSpPr>
        <p:spPr>
          <a:xfrm flipV="1">
            <a:off x="1683723" y="993359"/>
            <a:ext cx="0" cy="1731258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Ovale 43">
            <a:extLst>
              <a:ext uri="{FF2B5EF4-FFF2-40B4-BE49-F238E27FC236}">
                <a16:creationId xmlns:a16="http://schemas.microsoft.com/office/drawing/2014/main" id="{AFE64CD4-E1C5-32FF-7C6A-5A27BD22DF6C}"/>
              </a:ext>
            </a:extLst>
          </p:cNvPr>
          <p:cNvSpPr/>
          <p:nvPr/>
        </p:nvSpPr>
        <p:spPr>
          <a:xfrm>
            <a:off x="1594951" y="1308053"/>
            <a:ext cx="177543" cy="16697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e 45">
            <a:extLst>
              <a:ext uri="{FF2B5EF4-FFF2-40B4-BE49-F238E27FC236}">
                <a16:creationId xmlns:a16="http://schemas.microsoft.com/office/drawing/2014/main" id="{9EE2A4A9-B39C-1DE3-EEE7-18CAADA74AD9}"/>
              </a:ext>
            </a:extLst>
          </p:cNvPr>
          <p:cNvSpPr/>
          <p:nvPr/>
        </p:nvSpPr>
        <p:spPr>
          <a:xfrm>
            <a:off x="1594951" y="2378765"/>
            <a:ext cx="177543" cy="1669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9" name="Connettore diritto 48">
            <a:extLst>
              <a:ext uri="{FF2B5EF4-FFF2-40B4-BE49-F238E27FC236}">
                <a16:creationId xmlns:a16="http://schemas.microsoft.com/office/drawing/2014/main" id="{6AF85441-E978-7ED5-EA9C-8F6A9C989285}"/>
              </a:ext>
            </a:extLst>
          </p:cNvPr>
          <p:cNvCxnSpPr/>
          <p:nvPr/>
        </p:nvCxnSpPr>
        <p:spPr>
          <a:xfrm>
            <a:off x="1598927" y="1908607"/>
            <a:ext cx="17754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D4724CA8-E11E-0FD3-8810-CBCEF7519272}"/>
              </a:ext>
            </a:extLst>
          </p:cNvPr>
          <p:cNvSpPr txBox="1"/>
          <p:nvPr/>
        </p:nvSpPr>
        <p:spPr>
          <a:xfrm>
            <a:off x="1196403" y="85489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7EC182C1-4A4F-6033-D351-7327CC47958A}"/>
              </a:ext>
            </a:extLst>
          </p:cNvPr>
          <p:cNvSpPr txBox="1"/>
          <p:nvPr/>
        </p:nvSpPr>
        <p:spPr>
          <a:xfrm>
            <a:off x="1201997" y="2454302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4BFE377E-D6B1-A370-EE5D-720577795DC3}"/>
              </a:ext>
            </a:extLst>
          </p:cNvPr>
          <p:cNvCxnSpPr/>
          <p:nvPr/>
        </p:nvCxnSpPr>
        <p:spPr>
          <a:xfrm flipV="1">
            <a:off x="3859233" y="993359"/>
            <a:ext cx="0" cy="1731258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e 54">
            <a:extLst>
              <a:ext uri="{FF2B5EF4-FFF2-40B4-BE49-F238E27FC236}">
                <a16:creationId xmlns:a16="http://schemas.microsoft.com/office/drawing/2014/main" id="{1E437734-DD81-1891-51C0-CDFEF1BB3F0A}"/>
              </a:ext>
            </a:extLst>
          </p:cNvPr>
          <p:cNvSpPr/>
          <p:nvPr/>
        </p:nvSpPr>
        <p:spPr>
          <a:xfrm>
            <a:off x="3770461" y="1311966"/>
            <a:ext cx="177543" cy="16697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Ovale 55">
            <a:extLst>
              <a:ext uri="{FF2B5EF4-FFF2-40B4-BE49-F238E27FC236}">
                <a16:creationId xmlns:a16="http://schemas.microsoft.com/office/drawing/2014/main" id="{00B2FBD9-01EE-044C-E8C5-CF55B303BEE8}"/>
              </a:ext>
            </a:extLst>
          </p:cNvPr>
          <p:cNvSpPr/>
          <p:nvPr/>
        </p:nvSpPr>
        <p:spPr>
          <a:xfrm>
            <a:off x="3770461" y="2378765"/>
            <a:ext cx="177543" cy="16697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Connettore diritto 56">
            <a:extLst>
              <a:ext uri="{FF2B5EF4-FFF2-40B4-BE49-F238E27FC236}">
                <a16:creationId xmlns:a16="http://schemas.microsoft.com/office/drawing/2014/main" id="{16B14D18-82ED-5AC1-8E16-3B88F38CBF4E}"/>
              </a:ext>
            </a:extLst>
          </p:cNvPr>
          <p:cNvCxnSpPr/>
          <p:nvPr/>
        </p:nvCxnSpPr>
        <p:spPr>
          <a:xfrm>
            <a:off x="3774437" y="1908607"/>
            <a:ext cx="17754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3B846A6B-83D4-F5E0-4A26-37D579615696}"/>
              </a:ext>
            </a:extLst>
          </p:cNvPr>
          <p:cNvSpPr txBox="1"/>
          <p:nvPr/>
        </p:nvSpPr>
        <p:spPr>
          <a:xfrm>
            <a:off x="3371913" y="85489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7DC8478F-E378-4CD4-85C4-0939E1037AA0}"/>
              </a:ext>
            </a:extLst>
          </p:cNvPr>
          <p:cNvSpPr txBox="1"/>
          <p:nvPr/>
        </p:nvSpPr>
        <p:spPr>
          <a:xfrm>
            <a:off x="3377507" y="2454302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</a:p>
        </p:txBody>
      </p:sp>
      <p:sp>
        <p:nvSpPr>
          <p:cNvPr id="60" name="CasellaDiTesto 59">
            <a:extLst>
              <a:ext uri="{FF2B5EF4-FFF2-40B4-BE49-F238E27FC236}">
                <a16:creationId xmlns:a16="http://schemas.microsoft.com/office/drawing/2014/main" id="{42761C37-CFFB-28AC-A8FA-D4EE4DBA5CD7}"/>
              </a:ext>
            </a:extLst>
          </p:cNvPr>
          <p:cNvSpPr txBox="1"/>
          <p:nvPr/>
        </p:nvSpPr>
        <p:spPr>
          <a:xfrm>
            <a:off x="1895432" y="1224224"/>
            <a:ext cx="6174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FTVR</a:t>
            </a: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3EB394A1-562A-89F6-64A5-62FB8C354059}"/>
              </a:ext>
            </a:extLst>
          </p:cNvPr>
          <p:cNvSpPr txBox="1"/>
          <p:nvPr/>
        </p:nvSpPr>
        <p:spPr>
          <a:xfrm>
            <a:off x="4133398" y="2277587"/>
            <a:ext cx="6174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FTVR</a:t>
            </a:r>
          </a:p>
        </p:txBody>
      </p:sp>
      <p:sp>
        <p:nvSpPr>
          <p:cNvPr id="62" name="CasellaDiTesto 61">
            <a:extLst>
              <a:ext uri="{FF2B5EF4-FFF2-40B4-BE49-F238E27FC236}">
                <a16:creationId xmlns:a16="http://schemas.microsoft.com/office/drawing/2014/main" id="{F7963925-A522-EBBA-C6D1-DE2082112F22}"/>
              </a:ext>
            </a:extLst>
          </p:cNvPr>
          <p:cNvSpPr txBox="1"/>
          <p:nvPr/>
        </p:nvSpPr>
        <p:spPr>
          <a:xfrm>
            <a:off x="4131428" y="1222264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ZLRN</a:t>
            </a:r>
          </a:p>
        </p:txBody>
      </p: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C203117A-20E6-EAB1-224D-E8097B889DA4}"/>
              </a:ext>
            </a:extLst>
          </p:cNvPr>
          <p:cNvSpPr txBox="1"/>
          <p:nvPr/>
        </p:nvSpPr>
        <p:spPr>
          <a:xfrm>
            <a:off x="1895432" y="2275898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ZLRN</a:t>
            </a:r>
          </a:p>
        </p:txBody>
      </p:sp>
    </p:spTree>
    <p:extLst>
      <p:ext uri="{BB962C8B-B14F-4D97-AF65-F5344CB8AC3E}">
        <p14:creationId xmlns:p14="http://schemas.microsoft.com/office/powerpoint/2010/main" val="240571066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16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Tema di Office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Filippo Costa</dc:creator>
  <cp:lastModifiedBy>Filippo Costa</cp:lastModifiedBy>
  <cp:revision>2</cp:revision>
  <dcterms:created xsi:type="dcterms:W3CDTF">2026-01-24T15:55:35Z</dcterms:created>
  <dcterms:modified xsi:type="dcterms:W3CDTF">2026-01-24T16:06:19Z</dcterms:modified>
</cp:coreProperties>
</file>